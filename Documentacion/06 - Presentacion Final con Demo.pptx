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PRESENTACIÓN FINAL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3A5F"/>
                </a:solidFill>
              </a:rPr>
              <a:t>TaskFlow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Sistema Kanban para Gestión de Tareas Colaborativas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0" y="3657600"/>
            <a:ext cx="3657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Proyecto Integrado — Implementación de Soluciones para Plataformas Web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Estudiante: </a:t>
            </a:r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Jorge Luis Diaz Cárdenas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5394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12 de julio de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</a:rPr>
              <a:t>¿Qué es TaskFlow?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TaskFlow es una aplicación web basada en la metodología Kanban que permite organizar tareas de forma visual e intuitiva.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¿Qué es Kanban?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Método visual de gestión de flujo de trabajo. Organiza tareas en tres estados: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2286000" cy="548640"/>
          </a:xfrm>
          <a:prstGeom prst="roundRect">
            <a:avLst>
              <a:gd name="adj" fmla="val 666667"/>
            </a:avLst>
          </a:prstGeom>
          <a:solidFill>
            <a:srgbClr val="E2E8F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651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📋 Por Hacer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2651760"/>
            <a:ext cx="2377440" cy="548640"/>
          </a:xfrm>
          <a:prstGeom prst="roundRect">
            <a:avLst>
              <a:gd name="adj" fmla="val 666667"/>
            </a:avLst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26517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⚙️ En Progreso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2651760"/>
            <a:ext cx="2286000" cy="548640"/>
          </a:xfrm>
          <a:prstGeom prst="roundRect">
            <a:avLst>
              <a:gd name="adj" fmla="val 666667"/>
            </a:avLst>
          </a:prstGeom>
          <a:solidFill>
            <a:srgbClr val="DCFCE7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2651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✅ Terminado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</a:rPr>
              <a:t>Características principales: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b="1" dirty="0">
                <a:solidFill>
                  <a:srgbClr val="22C55E"/>
                </a:solidFill>
              </a:rPr>
              <a:t>✓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Crea, edita y elimina tareas fácilmente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22C55E"/>
                </a:solidFill>
              </a:rPr>
              <a:t>✓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Arrastra y suelta tareas entre columnas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22C55E"/>
                </a:solidFill>
              </a:rPr>
              <a:t>✓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Inicio de sesión seguro con JWT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22C55E"/>
                </a:solidFill>
              </a:rPr>
              <a:t>✓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Control de acceso: usuarios y administradores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22C55E"/>
                </a:solidFill>
              </a:rPr>
              <a:t>✓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Diseño responsive: funciona en cualquier dispositivo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</a:rPr>
              <a:t>Pantalla de Inicio — Login y Registro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00" cy="4114800"/>
          </a:xfrm>
          <a:prstGeom prst="rect">
            <a:avLst>
              <a:gd name="adj" fmla="val 133333"/>
            </a:avLst>
          </a:prstGeom>
          <a:solidFill>
            <a:srgbClr val="E2E8F0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64748B"/>
                </a:solidFill>
              </a:rPr>
              <a:t>📷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Pega aquí la captura de pantalla del formulario de inicio de sesión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Explica: El usuario ingresa su correo y contraseña para acceder al tablero. También puede registrarse si es nuevo.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</a:rPr>
              <a:t>Beneficios de Usar TaskFlow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</a:rPr>
              <a:t>Organización Visual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De un vistazo sabes el estado de todas tus tareas. No más listas interminables ni correos perdidos.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</a:rPr>
              <a:t>Productividad Mejorada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b="1" dirty="0">
                <a:solidFill>
                  <a:srgbClr val="1E293B"/>
                </a:solidFill>
              </a:rPr>
              <a:t>•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Reducción de sobrecarga cognitiva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1E293B"/>
                </a:solidFill>
              </a:rPr>
              <a:t>•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Arrastrar y soltar es más rápido que formularios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1E293B"/>
                </a:solidFill>
              </a:rPr>
              <a:t>•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Identifica cuellos de botella fácilmente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</a:rPr>
              <a:t>Accesible y Gratuito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b="1" dirty="0">
                <a:solidFill>
                  <a:srgbClr val="1E293B"/>
                </a:solidFill>
              </a:rPr>
              <a:t>•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Sin costos de licencia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1E293B"/>
                </a:solidFill>
              </a:rPr>
              <a:t>•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Funciona en cualquier navegador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1E293B"/>
                </a:solidFill>
              </a:rPr>
              <a:t>•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Responsive: escritorio, tablet y móvil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</a:rPr>
              <a:t>Stack Tecnológico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3657600"/>
        </p:xfrm>
        <a:graphic>
          <a:graphicData uri="http://schemas.openxmlformats.org/drawingml/2006/table">
            <a:tbl>
              <a:tblPr/>
              <a:tblGrid>
                <a:gridCol w="3200400"/>
                <a:gridCol w="4480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Componente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Tecnología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Frontend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React 18 + Vite + TailwindCSS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Backend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Node.js + Express 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Base de Datos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SQLite / PostgreSQL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Autenticación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JWT + bcrypt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Despliegue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Netlify + Render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CI/CD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GitHub Actions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Testing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Jest (12 tests)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Seguridad: HTTPS/TLS 1.3 • bcrypt (salt 12) • RBAC • Consultas parametrizadas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</a:rPr>
              <a:t>Dashboard — Tareas en Acción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7315200" cy="3657600"/>
          </a:xfrm>
          <a:prstGeom prst="rect">
            <a:avLst>
              <a:gd name="adj" fmla="val 150000"/>
            </a:avLst>
          </a:prstGeom>
          <a:solidFill>
            <a:srgbClr val="E2E8F0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64748B"/>
                </a:solidFill>
              </a:rPr>
              <a:t>📷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Pega aquí la captura del tablero Kanban con tareas registradas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5029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Explica: Las tareas se organizan en 3 columnas. El usuario puede arrastrar tareas entre ellas. Los administradores pueden gestionar todas las tareas.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</a:rPr>
              <a:t>Caso de Uso Real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4114800"/>
          </a:xfrm>
          <a:prstGeom prst="roundRect">
            <a:avLst>
              <a:gd name="adj" fmla="val 177778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371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🏫 Equipo de 3 estudiantes — Proyecto Final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6858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b="1" dirty="0">
                <a:solidFill>
                  <a:srgbClr val="1E3A5F"/>
                </a:solidFill>
              </a:rPr>
              <a:t>1. 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Crean tareas para cada entregable del proyecto
</a:t>
            </a:r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1E3A5F"/>
                </a:solidFill>
              </a:rPr>
              <a:t>2. 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Cada estudiante ve sus propias tareas asignadas
</a:t>
            </a:r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1E3A5F"/>
                </a:solidFill>
              </a:rPr>
              <a:t>3. 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Mueven tareas a "Terminado" al completar cada sección
</a:t>
            </a:r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1E3A5F"/>
                </a:solidFill>
              </a:rPr>
              <a:t>4. 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El administrador (líder) supervisa el progreso general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0" y="4572000"/>
            <a:ext cx="4572000" cy="548640"/>
          </a:xfrm>
          <a:prstGeom prst="roundRect">
            <a:avLst>
              <a:gd name="adj" fmla="val 100000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4572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</a:rPr>
              <a:t>✅ Resultado: Proyecto entregado a tiempo, tareas visibles para todos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</a:rPr>
              <a:t>Preguntas Frecuentes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731520"/>
          </a:xfrm>
          <a:prstGeom prst="roundRect">
            <a:avLst>
              <a:gd name="adj" fmla="val 50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1430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❓ ¿Necesito instalar algo?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No. Solo un navegador moderno y conexión a internet.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7680960" cy="731520"/>
          </a:xfrm>
          <a:prstGeom prst="roundRect">
            <a:avLst>
              <a:gd name="adj" fmla="val 50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57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❓ ¿Puedo usarlo en mi teléfono?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Sí. Es completamente responsive.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926080"/>
            <a:ext cx="7680960" cy="731520"/>
          </a:xfrm>
          <a:prstGeom prst="roundRect">
            <a:avLst>
              <a:gd name="adj" fmla="val 50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971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❓ ¿Mis datos están seguros?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HTTPS + bcrypt + JWT. Sí.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840480"/>
            <a:ext cx="7680960" cy="731520"/>
          </a:xfrm>
          <a:prstGeom prst="roundRect">
            <a:avLst>
              <a:gd name="adj" fmla="val 50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3886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❓ ¿Puedo compartir tareas?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Cada usuario ve sus tareas. El admin ve todo.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4754880"/>
            <a:ext cx="7680960" cy="731520"/>
          </a:xfrm>
          <a:prstGeom prst="roundRect">
            <a:avLst>
              <a:gd name="adj" fmla="val 50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4800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❓ ¿Y si olvido mi contraseña?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Por ahora puedes crear una nueva cuenta.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3A5F"/>
                </a:solidFill>
              </a:rPr>
              <a:t>Gracias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</a:rPr>
              <a:t>¿Preguntas?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3840480"/>
            <a:ext cx="27432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TaskFlow — Organiza tu trabajo, visualiza tu progreso.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</a:rPr>
              <a:t>Repositorio: https://github.com/jjtddiaz-a11y/taskflow-kanban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TaskFlow - Presentación Final</dc:title>
  <dc:subject>Proyecto Integrado - Implementación de Soluciones para Plataformas Web</dc:subject>
  <dc:creator>Jorge Luis Diaz Cárdenas</dc:creator>
  <cp:lastModifiedBy>Jorge Luis Diaz Cárdenas</cp:lastModifiedBy>
  <cp:revision>1</cp:revision>
  <dcterms:created xsi:type="dcterms:W3CDTF">2026-07-13T03:12:16Z</dcterms:created>
  <dcterms:modified xsi:type="dcterms:W3CDTF">2026-07-13T03:12:16Z</dcterms:modified>
</cp:coreProperties>
</file>